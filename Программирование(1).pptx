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8A1F9E-CD04-4752-BBB5-20D7DC33CA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8E4685-A414-4466-A060-5001C6BC30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CA7C268-FAE2-413C-9C59-D1D4290376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D205CC-FC9C-46EA-90AD-4B2537236A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8AEAD8-24A2-4733-9324-BD144A1E2C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5212F6C-8B88-49A2-89D2-C8E8634079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339E0E-40F3-4AC4-B579-6D3240F687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213BD97-E7A0-4D3F-824E-460649F235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CE5EE0D-0D9C-4930-9AFD-623D8FD8D9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95B93D8-6E6E-4B41-A8CB-8856A6AD16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2E1576D-627D-47DA-B39C-B4F25DD920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51D85-F34D-4D16-83DB-7C74A72824E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8A66F-348E-4C69-AA3F-0562AD7C8D7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9982E-CFFF-4FAD-AA23-28295826F74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D4E1EE-B7A2-4067-9576-2B885CBF32E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602EC-F11A-4A00-97E7-FA967811404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552A0A-D156-4728-BB15-19E00B96507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4DEDD-9B5B-4EF9-9964-ED8B20A364D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2FCC75-FA84-4C7C-A51C-1A21B03DC74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E3903A-9249-4EBC-9163-7CC7A0B10BB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F90022-1474-4358-A2A5-99258F4D66C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10CDBE-9009-4D75-906E-7F776262214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длину стороны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(сторона в квадрате)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длины сторон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(a +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арифметическое: {average}")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geometric_mean = math.sqrt(a * b)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print(f"Среднее геометрическое: {geometric_mean}")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Запрашиваем длины катетов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Вычисляем гипотенузу (теорема Пифагора)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hypotenuse = math.hypot(a, b)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прямоугольного треугольника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print(f"Гипотенуза: {hypotenuse}")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chemeClr val="dk1"/>
                </a:solidFill>
                <a:latin typeface="Calibri"/>
              </a:rPr>
              <a:t>print(f"Площадь: {area}")</a:t>
            </a:r>
            <a:endParaRPr b="0" lang="ru-RU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число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три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через запятую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print(a, b, c, sep=",")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год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условие високосного года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print(f"{year} — високосный год")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print(f"{year} — не високосный год")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целое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чётность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print(f"{n} — чётное число")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print(f"{n} — нечётное число")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# Проверяем условие и вычисляем результат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Их сумма: {result}")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2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Их разность: {result}")</a:t>
            </a:r>
            <a:endParaRPr b="0" lang="ru-RU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Цикл от 0 до 15 (всего 16 степеней)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print(f"2^{i} = {2 ** i}")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Считаем 10 чисел по одному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0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чётных чисел: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Инициализируем счётчики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positive = 0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negative = 0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zeros = 0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Считываем 10 чисел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num = int(input(f"Введите число {i+1}: "))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positive += 1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negative += 1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zeros += 1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print(f"Положительных: {positive}")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print(f"Отрицательных: {negative}")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200" spc="-1" strike="noStrike">
                <a:solidFill>
                  <a:schemeClr val="dk1"/>
                </a:solidFill>
                <a:latin typeface="Calibri"/>
              </a:rPr>
              <a:t>print(f"Нулей: {zeros}")</a:t>
            </a:r>
            <a:endParaRPr b="0" lang="ru-RU" sz="1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Вводим 10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 = int(input(f"Введите число {i+1}: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numbers.append(num)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Находим разницу между наибольшим и наименьшим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difference = max(numbers) - min(numbers)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print(f"Разница между наибольшим и наименьшим: {difference}")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Вводим 10 чисел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numbers.append(num)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Находим максимальный элемент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max_val = max(numbers)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# Подсчитываем, сколько раз он встречается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count = numbers.count(max_val)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print(f"Максимальный элемент: {max_val}")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print(f"Количество таких элементов: {count}")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Вводим 10 чисел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numbers = list(map(int, input("Введите 10 чисел через пробел: ").split()))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Сумма элементов с чётными индексами (0, 2, 4, 6, 8)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sum_even = sum(numbers[::2])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Сумма элементов с нечётными индексами (1, 3, 5, 7, 9)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sum_odd = sum(numbers[1::2])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Разница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sum_even - sum_odd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чётными индексами: {sum_even}")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print(f"Сумма элементов с нечётными индексами: {sum_odd}")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текст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Подсчитываем количество цифр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count = sum(1 for char in text if char.isdigit())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print(f"Количество арабских цифр в тексте: {count}")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Убираем все пробелы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text.replace(" ", "")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print(f"Результат: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строку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Разбиваем строку по пробелам и берём первое слово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first_word = text.split()[0]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print(f"Первое слово: {first_word}")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Считываем текст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Записываем в файл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with open("output.txt", "w", encoding="utf-8") as file: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print("Текст записан в файл output.txt")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21400" y="1811520"/>
            <a:ext cx="3905280" cy="454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import math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def guess_number_game():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# 1. Ввод диапазона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N = int(input("Введите начало диапазона N: "))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M = int(input("Введите конец диапазона M: "))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print("❌ Ошибка: введите целые числа.")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print("❌ Ошибка: N не может быть больше M.")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low, high = N, M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attempts = 0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# Теоретический минимум вопросов для этого диапазона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min_possible = math.ceil(math.log2(high - low + 1))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print(f"\n🔮 Загадайте целое число от {N} до {M} (включительно).")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print("На вопросы отвечайте символами:  '&gt;' (больше), '&lt;' (меньше) или '=' (угадал)")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print("-" * 50)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# 2. Основной цикл угадывания (бинарный поиск)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while low &lt;= high: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mid = (low + high) // 2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attempts += 1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# Формируем вопрос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answer = input(f"Вопрос №{attempts}: Ваше число больше, меньше или равно {mid}? (&gt; &lt; =): ").strip()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if answer == '=':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print(f"\n✅ Я угадал! Ваше число: {mid}")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print(f"📊 Количество вопросов: {attempts} (теоретический минимум: {min_possible})")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elif answer == '&gt;':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low = mid + 1      # Число в правой половине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elif answer == '&lt;':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high = mid - 1     # Число в левой половине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print("⚠️ Неверный ввод. Пожалуйста, используйте только &gt;, &lt; или =.")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attempts -= 1      # Не считаем ошибочный ввод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continue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# Защита от противоречивых ответов пользователя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if low &gt; high: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print("\n❌ Ошибка: ваши ответы логически противоречивы. Число не найдено.")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return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if __name__ == "__main__":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600" spc="-1" strike="noStrike">
                <a:solidFill>
                  <a:srgbClr val="000000"/>
                </a:solidFill>
                <a:latin typeface="Arial"/>
              </a:rPr>
              <a:t>guess_number_game()</a:t>
            </a:r>
            <a:endParaRPr b="0" lang="ru-RU" sz="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2026-06-20T10:12:01Z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